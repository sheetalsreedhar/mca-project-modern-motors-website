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29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0DA2-213B-4317-B890-76334748AE4A}" type="datetimeFigureOut">
              <a:rPr lang="en-US" smtClean="0"/>
              <a:pPr/>
              <a:t>02-Mar-21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43751-9399-4ACA-8102-26837DF5EC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0DA2-213B-4317-B890-76334748AE4A}" type="datetimeFigureOut">
              <a:rPr lang="en-US" smtClean="0"/>
              <a:pPr/>
              <a:t>02-Mar-21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43751-9399-4ACA-8102-26837DF5EC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0DA2-213B-4317-B890-76334748AE4A}" type="datetimeFigureOut">
              <a:rPr lang="en-US" smtClean="0"/>
              <a:pPr/>
              <a:t>02-Mar-21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43751-9399-4ACA-8102-26837DF5EC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0DA2-213B-4317-B890-76334748AE4A}" type="datetimeFigureOut">
              <a:rPr lang="en-US" smtClean="0"/>
              <a:pPr/>
              <a:t>02-Mar-21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43751-9399-4ACA-8102-26837DF5EC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0DA2-213B-4317-B890-76334748AE4A}" type="datetimeFigureOut">
              <a:rPr lang="en-US" smtClean="0"/>
              <a:pPr/>
              <a:t>02-Mar-21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43751-9399-4ACA-8102-26837DF5EC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0DA2-213B-4317-B890-76334748AE4A}" type="datetimeFigureOut">
              <a:rPr lang="en-US" smtClean="0"/>
              <a:pPr/>
              <a:t>02-Mar-21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43751-9399-4ACA-8102-26837DF5EC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0DA2-213B-4317-B890-76334748AE4A}" type="datetimeFigureOut">
              <a:rPr lang="en-US" smtClean="0"/>
              <a:pPr/>
              <a:t>02-Mar-21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43751-9399-4ACA-8102-26837DF5EC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0DA2-213B-4317-B890-76334748AE4A}" type="datetimeFigureOut">
              <a:rPr lang="en-US" smtClean="0"/>
              <a:pPr/>
              <a:t>02-Mar-21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43751-9399-4ACA-8102-26837DF5EC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0DA2-213B-4317-B890-76334748AE4A}" type="datetimeFigureOut">
              <a:rPr lang="en-US" smtClean="0"/>
              <a:pPr/>
              <a:t>02-Mar-21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43751-9399-4ACA-8102-26837DF5EC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0DA2-213B-4317-B890-76334748AE4A}" type="datetimeFigureOut">
              <a:rPr lang="en-US" smtClean="0"/>
              <a:pPr/>
              <a:t>02-Mar-21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43751-9399-4ACA-8102-26837DF5EC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0DA2-213B-4317-B890-76334748AE4A}" type="datetimeFigureOut">
              <a:rPr lang="en-US" smtClean="0"/>
              <a:pPr/>
              <a:t>02-Mar-21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43751-9399-4ACA-8102-26837DF5EC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F0DA2-213B-4317-B890-76334748AE4A}" type="datetimeFigureOut">
              <a:rPr lang="en-US" smtClean="0"/>
              <a:pPr/>
              <a:t>02-Mar-21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43751-9399-4ACA-8102-26837DF5EC9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73554" y="2045369"/>
          <a:ext cx="7484645" cy="3356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6929"/>
                <a:gridCol w="1496929"/>
                <a:gridCol w="1496929"/>
                <a:gridCol w="1496929"/>
                <a:gridCol w="1496929"/>
              </a:tblGrid>
              <a:tr h="1118936"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name</a:t>
                      </a:r>
                      <a:r>
                        <a:rPr lang="en-IN" sz="2200" b="1" baseline="0" dirty="0"/>
                        <a:t> </a:t>
                      </a:r>
                      <a:endParaRPr lang="en-IN" sz="2200" b="1" dirty="0"/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Datatype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size 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Constraint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Description</a:t>
                      </a:r>
                    </a:p>
                  </a:txBody>
                  <a:tcPr marL="87440" marR="87440" marT="54864" marB="54864"/>
                </a:tc>
              </a:tr>
              <a:tr h="1118936">
                <a:tc>
                  <a:txBody>
                    <a:bodyPr/>
                    <a:lstStyle/>
                    <a:p>
                      <a:r>
                        <a:rPr lang="en-IN" sz="2200" dirty="0"/>
                        <a:t>Username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Varchar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20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Not null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Username </a:t>
                      </a:r>
                      <a:r>
                        <a:rPr lang="en-IN" sz="2200" dirty="0" smtClean="0"/>
                        <a:t>used by</a:t>
                      </a:r>
                      <a:r>
                        <a:rPr lang="en-IN" sz="2200" baseline="0" dirty="0" smtClean="0"/>
                        <a:t> customers</a:t>
                      </a:r>
                      <a:endParaRPr lang="en-IN" sz="2200" dirty="0"/>
                    </a:p>
                  </a:txBody>
                  <a:tcPr marL="87440" marR="87440" marT="54864" marB="54864"/>
                </a:tc>
              </a:tr>
              <a:tr h="1118936">
                <a:tc>
                  <a:txBody>
                    <a:bodyPr/>
                    <a:lstStyle/>
                    <a:p>
                      <a:r>
                        <a:rPr lang="en-IN" sz="2200" dirty="0"/>
                        <a:t>Password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Varchar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20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Not null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dirty="0" smtClean="0"/>
                        <a:t>password used by customers</a:t>
                      </a:r>
                      <a:endParaRPr lang="en-IN" sz="2200" dirty="0"/>
                    </a:p>
                  </a:txBody>
                  <a:tcPr marL="87440" marR="87440" marT="54864" marB="54864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77516" y="385011"/>
            <a:ext cx="2616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Login table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0948" y="1034718"/>
          <a:ext cx="7724275" cy="48689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855"/>
                <a:gridCol w="1544855"/>
                <a:gridCol w="1544855"/>
                <a:gridCol w="1544855"/>
                <a:gridCol w="1544855"/>
              </a:tblGrid>
              <a:tr h="868602"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name</a:t>
                      </a:r>
                      <a:r>
                        <a:rPr lang="en-IN" sz="2200" b="1" baseline="0" dirty="0"/>
                        <a:t> </a:t>
                      </a:r>
                      <a:endParaRPr lang="en-IN" sz="2200" b="1" dirty="0"/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Datatype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size 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Constraint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Description</a:t>
                      </a:r>
                    </a:p>
                  </a:txBody>
                  <a:tcPr marL="87440" marR="87440" marT="54864" marB="54864"/>
                </a:tc>
              </a:tr>
              <a:tr h="72383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Cust_name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Varchar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Primary</a:t>
                      </a:r>
                      <a:r>
                        <a:rPr lang="en-US" baseline="0" dirty="0" smtClean="0"/>
                        <a:t> key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Name of the customer</a:t>
                      </a:r>
                      <a:endParaRPr lang="en-US" dirty="0"/>
                    </a:p>
                  </a:txBody>
                  <a:tcPr marL="68580" marR="68580"/>
                </a:tc>
              </a:tr>
              <a:tr h="72383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Cust_email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Varchar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Email</a:t>
                      </a:r>
                      <a:r>
                        <a:rPr lang="en-US" baseline="0" dirty="0" smtClean="0"/>
                        <a:t> of the customer</a:t>
                      </a:r>
                    </a:p>
                  </a:txBody>
                  <a:tcPr marL="68580" marR="68580"/>
                </a:tc>
              </a:tr>
              <a:tr h="72383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Cust_phno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Varchar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Phonenumber</a:t>
                      </a:r>
                      <a:r>
                        <a:rPr lang="en-US" dirty="0" smtClean="0"/>
                        <a:t> of the customer</a:t>
                      </a:r>
                    </a:p>
                  </a:txBody>
                  <a:tcPr marL="68580" marR="68580"/>
                </a:tc>
              </a:tr>
              <a:tr h="72383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Cust_pswd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Varchar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Password of the customer</a:t>
                      </a:r>
                    </a:p>
                  </a:txBody>
                  <a:tcPr marL="68580" marR="68580"/>
                </a:tc>
              </a:tr>
              <a:tr h="72383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Cust_cpswd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Varchar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Confirmpassword</a:t>
                      </a:r>
                      <a:r>
                        <a:rPr lang="en-US" dirty="0" smtClean="0"/>
                        <a:t> of the customer</a:t>
                      </a:r>
                      <a:endParaRPr lang="en-US" dirty="0"/>
                    </a:p>
                  </a:txBody>
                  <a:tcPr marL="68580" marR="6858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0208" y="180474"/>
            <a:ext cx="2950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Customer details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53403" y="1215186"/>
          <a:ext cx="7707230" cy="5070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1446"/>
                <a:gridCol w="1541446"/>
                <a:gridCol w="1541446"/>
                <a:gridCol w="1541446"/>
                <a:gridCol w="1541446"/>
              </a:tblGrid>
              <a:tr h="955752"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name</a:t>
                      </a:r>
                      <a:r>
                        <a:rPr lang="en-IN" sz="2200" b="1" baseline="0" dirty="0"/>
                        <a:t> </a:t>
                      </a:r>
                      <a:endParaRPr lang="en-IN" sz="2200" b="1" dirty="0"/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Datatype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size 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Constraint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Description</a:t>
                      </a:r>
                    </a:p>
                  </a:txBody>
                  <a:tcPr marL="87440" marR="87440" marT="54864" marB="54864"/>
                </a:tc>
              </a:tr>
              <a:tr h="550685">
                <a:tc>
                  <a:txBody>
                    <a:bodyPr/>
                    <a:lstStyle/>
                    <a:p>
                      <a:r>
                        <a:rPr lang="en-US" dirty="0" smtClean="0"/>
                        <a:t>Category name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Foreign</a:t>
                      </a:r>
                      <a:r>
                        <a:rPr lang="en-US" baseline="0" dirty="0" smtClean="0"/>
                        <a:t> key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Name of the product category</a:t>
                      </a:r>
                      <a:endParaRPr lang="en-US" dirty="0"/>
                    </a:p>
                  </a:txBody>
                  <a:tcPr marL="68580" marR="68580"/>
                </a:tc>
              </a:tr>
              <a:tr h="550685">
                <a:tc>
                  <a:txBody>
                    <a:bodyPr/>
                    <a:lstStyle/>
                    <a:p>
                      <a:r>
                        <a:rPr lang="en-US" dirty="0" smtClean="0"/>
                        <a:t>Brand name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Foreign key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Brand name</a:t>
                      </a:r>
                      <a:r>
                        <a:rPr lang="en-US" baseline="0" dirty="0" smtClean="0"/>
                        <a:t> of the product</a:t>
                      </a:r>
                      <a:endParaRPr lang="en-US" dirty="0"/>
                    </a:p>
                  </a:txBody>
                  <a:tcPr marL="68580" marR="68580"/>
                </a:tc>
              </a:tr>
              <a:tr h="550685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 type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 of the product</a:t>
                      </a:r>
                      <a:endParaRPr lang="en-US" dirty="0"/>
                    </a:p>
                  </a:txBody>
                  <a:tcPr marL="68580" marR="68580"/>
                </a:tc>
              </a:tr>
              <a:tr h="550685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 amt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Int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Amount of the product</a:t>
                      </a:r>
                      <a:endParaRPr lang="en-US" dirty="0"/>
                    </a:p>
                  </a:txBody>
                  <a:tcPr marL="68580" marR="68580"/>
                </a:tc>
              </a:tr>
              <a:tr h="550685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 items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Items of the product</a:t>
                      </a:r>
                      <a:endParaRPr lang="en-US" dirty="0"/>
                    </a:p>
                  </a:txBody>
                  <a:tcPr marL="68580" marR="68580"/>
                </a:tc>
              </a:tr>
              <a:tr h="550685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 </a:t>
                      </a:r>
                      <a:r>
                        <a:rPr lang="en-US" dirty="0" err="1" smtClean="0"/>
                        <a:t>desc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 of the</a:t>
                      </a:r>
                      <a:r>
                        <a:rPr lang="en-US" baseline="0" dirty="0" smtClean="0"/>
                        <a:t> product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 marL="68580" marR="68580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5090" y="252663"/>
            <a:ext cx="3419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Product details</a:t>
            </a:r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838200"/>
          <a:ext cx="7084595" cy="20604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6919"/>
                <a:gridCol w="1416919"/>
                <a:gridCol w="1416919"/>
                <a:gridCol w="1416919"/>
                <a:gridCol w="1416919"/>
              </a:tblGrid>
              <a:tr h="590676"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name</a:t>
                      </a:r>
                      <a:r>
                        <a:rPr lang="en-IN" sz="2200" b="1" baseline="0" dirty="0"/>
                        <a:t> </a:t>
                      </a:r>
                      <a:endParaRPr lang="en-IN" sz="2200" b="1" dirty="0"/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Datatype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size 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Constraint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Description</a:t>
                      </a:r>
                    </a:p>
                  </a:txBody>
                  <a:tcPr marL="87440" marR="87440" marT="54864" marB="54864"/>
                </a:tc>
              </a:tr>
              <a:tr h="590676">
                <a:tc>
                  <a:txBody>
                    <a:bodyPr/>
                    <a:lstStyle/>
                    <a:p>
                      <a:r>
                        <a:rPr lang="en-US" dirty="0" smtClean="0"/>
                        <a:t>Brand</a:t>
                      </a:r>
                      <a:r>
                        <a:rPr lang="en-US" baseline="0" dirty="0" smtClean="0"/>
                        <a:t> name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Primary key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Name of the brand</a:t>
                      </a:r>
                      <a:endParaRPr lang="en-US" dirty="0"/>
                    </a:p>
                  </a:txBody>
                  <a:tcPr marL="68580" marR="68580"/>
                </a:tc>
              </a:tr>
              <a:tr h="590676">
                <a:tc>
                  <a:txBody>
                    <a:bodyPr/>
                    <a:lstStyle/>
                    <a:p>
                      <a:r>
                        <a:rPr lang="en-US" dirty="0" smtClean="0"/>
                        <a:t>Brand </a:t>
                      </a:r>
                      <a:r>
                        <a:rPr lang="en-US" dirty="0" err="1" smtClean="0"/>
                        <a:t>desc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</a:t>
                      </a:r>
                      <a:r>
                        <a:rPr lang="en-US" baseline="0" dirty="0" smtClean="0"/>
                        <a:t>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 of the brand</a:t>
                      </a:r>
                      <a:endParaRPr lang="en-US" dirty="0"/>
                    </a:p>
                  </a:txBody>
                  <a:tcPr marL="68580" marR="68580"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3400" y="3886200"/>
          <a:ext cx="7084595" cy="23347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6919"/>
                <a:gridCol w="1416919"/>
                <a:gridCol w="1416919"/>
                <a:gridCol w="1416919"/>
                <a:gridCol w="1416919"/>
              </a:tblGrid>
              <a:tr h="590676"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name</a:t>
                      </a:r>
                      <a:r>
                        <a:rPr lang="en-IN" sz="2200" b="1" baseline="0" dirty="0"/>
                        <a:t> </a:t>
                      </a:r>
                      <a:endParaRPr lang="en-IN" sz="2200" b="1" dirty="0"/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Datatype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size 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Constraint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Description</a:t>
                      </a:r>
                    </a:p>
                  </a:txBody>
                  <a:tcPr marL="87440" marR="87440" marT="54864" marB="54864"/>
                </a:tc>
              </a:tr>
              <a:tr h="590676">
                <a:tc>
                  <a:txBody>
                    <a:bodyPr/>
                    <a:lstStyle/>
                    <a:p>
                      <a:r>
                        <a:rPr lang="en-US" dirty="0" smtClean="0"/>
                        <a:t>Category name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Primary</a:t>
                      </a:r>
                      <a:r>
                        <a:rPr lang="en-US" baseline="0" dirty="0" smtClean="0"/>
                        <a:t> key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Name of the category</a:t>
                      </a:r>
                      <a:endParaRPr lang="en-US" dirty="0"/>
                    </a:p>
                  </a:txBody>
                  <a:tcPr marL="68580" marR="68580"/>
                </a:tc>
              </a:tr>
              <a:tr h="590676">
                <a:tc>
                  <a:txBody>
                    <a:bodyPr/>
                    <a:lstStyle/>
                    <a:p>
                      <a:r>
                        <a:rPr lang="en-US" dirty="0" smtClean="0"/>
                        <a:t>Category </a:t>
                      </a:r>
                      <a:r>
                        <a:rPr lang="en-US" dirty="0" err="1" smtClean="0"/>
                        <a:t>desc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 of the category</a:t>
                      </a:r>
                      <a:endParaRPr lang="en-US" dirty="0"/>
                    </a:p>
                  </a:txBody>
                  <a:tcPr marL="68580" marR="6858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0208" y="276726"/>
            <a:ext cx="2995863" cy="37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Brand details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24113" y="3128211"/>
            <a:ext cx="2887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Category details</a:t>
            </a: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33400" y="685800"/>
          <a:ext cx="6895100" cy="27005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9020"/>
                <a:gridCol w="1379020"/>
                <a:gridCol w="1379020"/>
                <a:gridCol w="1379020"/>
                <a:gridCol w="1379020"/>
              </a:tblGrid>
              <a:tr h="484828"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name</a:t>
                      </a:r>
                      <a:r>
                        <a:rPr lang="en-IN" sz="2200" b="1" baseline="0" dirty="0"/>
                        <a:t> </a:t>
                      </a:r>
                      <a:endParaRPr lang="en-IN" sz="2200" b="1" dirty="0"/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Datatype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size 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Constraint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Description</a:t>
                      </a:r>
                    </a:p>
                  </a:txBody>
                  <a:tcPr marL="87440" marR="87440" marT="54864" marB="54864"/>
                </a:tc>
              </a:tr>
              <a:tr h="48482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Order_id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Int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Primary key</a:t>
                      </a:r>
                    </a:p>
                    <a:p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Id of the order</a:t>
                      </a:r>
                      <a:endParaRPr lang="en-US" dirty="0"/>
                    </a:p>
                  </a:txBody>
                  <a:tcPr marL="68580" marR="68580"/>
                </a:tc>
              </a:tr>
              <a:tr h="48482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Order_type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Not</a:t>
                      </a:r>
                      <a:r>
                        <a:rPr lang="en-US" baseline="0" smtClean="0"/>
                        <a:t>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 of order</a:t>
                      </a:r>
                      <a:endParaRPr lang="en-US" dirty="0"/>
                    </a:p>
                  </a:txBody>
                  <a:tcPr marL="68580" marR="68580"/>
                </a:tc>
              </a:tr>
              <a:tr h="48482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Order_desc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</a:t>
                      </a:r>
                      <a:r>
                        <a:rPr lang="en-US" baseline="0" dirty="0" smtClean="0"/>
                        <a:t>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 of the order</a:t>
                      </a:r>
                      <a:endParaRPr lang="en-US" dirty="0"/>
                    </a:p>
                  </a:txBody>
                  <a:tcPr marL="68580" marR="68580"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3400" y="3886200"/>
          <a:ext cx="6848980" cy="24366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9796"/>
                <a:gridCol w="1369796"/>
                <a:gridCol w="1369796"/>
                <a:gridCol w="1369796"/>
                <a:gridCol w="1369796"/>
              </a:tblGrid>
              <a:tr h="741948"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name</a:t>
                      </a:r>
                      <a:r>
                        <a:rPr lang="en-IN" sz="2200" b="1" baseline="0" dirty="0"/>
                        <a:t> </a:t>
                      </a:r>
                      <a:endParaRPr lang="en-IN" sz="2200" b="1" dirty="0"/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Datatype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size 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Constraint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Description</a:t>
                      </a:r>
                    </a:p>
                  </a:txBody>
                  <a:tcPr marL="87440" marR="87440" marT="54864" marB="54864"/>
                </a:tc>
              </a:tr>
              <a:tr h="74194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Service_id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Int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Not</a:t>
                      </a:r>
                      <a:r>
                        <a:rPr lang="en-US" baseline="0" smtClean="0"/>
                        <a:t>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Id of the service</a:t>
                      </a:r>
                      <a:endParaRPr lang="en-US" dirty="0"/>
                    </a:p>
                  </a:txBody>
                  <a:tcPr marL="68580" marR="68580"/>
                </a:tc>
              </a:tr>
              <a:tr h="74194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Service_desc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</a:t>
                      </a:r>
                      <a:r>
                        <a:rPr lang="en-US" baseline="0" dirty="0" smtClean="0"/>
                        <a:t>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 of the service</a:t>
                      </a:r>
                      <a:endParaRPr lang="en-US" dirty="0"/>
                    </a:p>
                  </a:txBody>
                  <a:tcPr marL="68580" marR="6858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1184" y="228600"/>
            <a:ext cx="2319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Order details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78995" y="3392905"/>
            <a:ext cx="2499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Service details</a:t>
            </a:r>
            <a:endParaRPr 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60946" y="1179093"/>
          <a:ext cx="7661110" cy="40682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2222"/>
                <a:gridCol w="1532222"/>
                <a:gridCol w="1532222"/>
                <a:gridCol w="1532222"/>
                <a:gridCol w="1532222"/>
              </a:tblGrid>
              <a:tr h="593558"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name</a:t>
                      </a:r>
                      <a:r>
                        <a:rPr lang="en-IN" sz="2200" b="1" baseline="0" dirty="0"/>
                        <a:t> </a:t>
                      </a:r>
                      <a:endParaRPr lang="en-IN" sz="2200" b="1" dirty="0"/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Datatype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size 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Constraint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Description</a:t>
                      </a:r>
                    </a:p>
                  </a:txBody>
                  <a:tcPr marL="87440" marR="87440" marT="54864" marB="54864"/>
                </a:tc>
              </a:tr>
              <a:tr h="59355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Order_id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Int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Foreign key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id of the order</a:t>
                      </a:r>
                      <a:endParaRPr lang="en-US" dirty="0"/>
                    </a:p>
                  </a:txBody>
                  <a:tcPr marL="68580" marR="68580"/>
                </a:tc>
              </a:tr>
              <a:tr h="59355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Cust_name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Foreign</a:t>
                      </a:r>
                      <a:r>
                        <a:rPr lang="en-US" baseline="0" dirty="0" smtClean="0"/>
                        <a:t> key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Name of the customer</a:t>
                      </a:r>
                      <a:endParaRPr lang="en-US" dirty="0"/>
                    </a:p>
                  </a:txBody>
                  <a:tcPr marL="68580" marR="68580"/>
                </a:tc>
              </a:tr>
              <a:tr h="593558">
                <a:tc>
                  <a:txBody>
                    <a:bodyPr/>
                    <a:lstStyle/>
                    <a:p>
                      <a:r>
                        <a:rPr lang="en-US" dirty="0" smtClean="0"/>
                        <a:t>Amount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Int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Amount to be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payed</a:t>
                      </a:r>
                      <a:r>
                        <a:rPr lang="en-US" baseline="0" dirty="0" smtClean="0"/>
                        <a:t> by the customer</a:t>
                      </a:r>
                      <a:endParaRPr lang="en-US" dirty="0"/>
                    </a:p>
                  </a:txBody>
                  <a:tcPr marL="68580" marR="68580"/>
                </a:tc>
              </a:tr>
              <a:tr h="593558">
                <a:tc>
                  <a:txBody>
                    <a:bodyPr/>
                    <a:lstStyle/>
                    <a:p>
                      <a:r>
                        <a:rPr lang="en-US" dirty="0" smtClean="0"/>
                        <a:t>Mode of</a:t>
                      </a:r>
                      <a:r>
                        <a:rPr lang="en-US" baseline="0" dirty="0" smtClean="0"/>
                        <a:t> pay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</a:t>
                      </a:r>
                      <a:r>
                        <a:rPr lang="en-US" baseline="0" dirty="0" smtClean="0"/>
                        <a:t>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Mode of</a:t>
                      </a:r>
                      <a:r>
                        <a:rPr lang="en-US" baseline="0" dirty="0" smtClean="0"/>
                        <a:t> payment</a:t>
                      </a:r>
                      <a:endParaRPr lang="en-US" dirty="0"/>
                    </a:p>
                  </a:txBody>
                  <a:tcPr marL="68580" marR="68580"/>
                </a:tc>
              </a:tr>
              <a:tr h="593558">
                <a:tc>
                  <a:txBody>
                    <a:bodyPr/>
                    <a:lstStyle/>
                    <a:p>
                      <a:r>
                        <a:rPr lang="en-US" dirty="0" smtClean="0"/>
                        <a:t>Date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date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Date of payment</a:t>
                      </a:r>
                      <a:endParaRPr lang="en-US" dirty="0"/>
                    </a:p>
                  </a:txBody>
                  <a:tcPr marL="68580" marR="68580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33137" y="324853"/>
            <a:ext cx="2878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Payment details</a:t>
            </a:r>
            <a:endParaRPr 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04324" y="1335503"/>
          <a:ext cx="6723650" cy="3427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4730"/>
                <a:gridCol w="1344730"/>
                <a:gridCol w="1344730"/>
                <a:gridCol w="1344730"/>
                <a:gridCol w="1344730"/>
              </a:tblGrid>
              <a:tr h="661737"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name</a:t>
                      </a:r>
                      <a:r>
                        <a:rPr lang="en-IN" sz="2200" b="1" baseline="0" dirty="0"/>
                        <a:t> </a:t>
                      </a:r>
                      <a:endParaRPr lang="en-IN" sz="2200" b="1" dirty="0"/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Datatype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size 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Constraint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Description</a:t>
                      </a:r>
                    </a:p>
                  </a:txBody>
                  <a:tcPr marL="87440" marR="87440" marT="54864" marB="54864"/>
                </a:tc>
              </a:tr>
              <a:tr h="661737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Order_id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Int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Foreign key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id of the order</a:t>
                      </a:r>
                      <a:endParaRPr lang="en-US" dirty="0"/>
                    </a:p>
                  </a:txBody>
                  <a:tcPr marL="68580" marR="68580"/>
                </a:tc>
              </a:tr>
              <a:tr h="661737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Cust_name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Foreign</a:t>
                      </a:r>
                      <a:r>
                        <a:rPr lang="en-US" baseline="0" dirty="0" smtClean="0"/>
                        <a:t> key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Name of the customer</a:t>
                      </a:r>
                      <a:endParaRPr lang="en-US" dirty="0"/>
                    </a:p>
                  </a:txBody>
                  <a:tcPr marL="68580" marR="68580"/>
                </a:tc>
              </a:tr>
              <a:tr h="661737">
                <a:tc>
                  <a:txBody>
                    <a:bodyPr/>
                    <a:lstStyle/>
                    <a:p>
                      <a:r>
                        <a:rPr lang="en-US" dirty="0" smtClean="0"/>
                        <a:t>Date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date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Date of payment</a:t>
                      </a:r>
                      <a:endParaRPr lang="en-US" dirty="0"/>
                    </a:p>
                  </a:txBody>
                  <a:tcPr marL="68580" marR="68580"/>
                </a:tc>
              </a:tr>
              <a:tr h="661737">
                <a:tc>
                  <a:txBody>
                    <a:bodyPr/>
                    <a:lstStyle/>
                    <a:p>
                      <a:r>
                        <a:rPr lang="en-US" dirty="0" smtClean="0"/>
                        <a:t>Refund</a:t>
                      </a:r>
                    </a:p>
                    <a:p>
                      <a:r>
                        <a:rPr lang="en-US" dirty="0" smtClean="0"/>
                        <a:t>Amount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Int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Amount to be</a:t>
                      </a:r>
                      <a:r>
                        <a:rPr lang="en-US" baseline="0" dirty="0" smtClean="0"/>
                        <a:t> refunded</a:t>
                      </a:r>
                      <a:endParaRPr lang="en-US" dirty="0"/>
                    </a:p>
                  </a:txBody>
                  <a:tcPr marL="68580" marR="68580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14350" y="240632"/>
            <a:ext cx="3230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Cancellation details</a:t>
            </a:r>
            <a:endParaRPr 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96040" y="852013"/>
          <a:ext cx="8290760" cy="52049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8152"/>
                <a:gridCol w="1658152"/>
                <a:gridCol w="1658152"/>
                <a:gridCol w="1658152"/>
                <a:gridCol w="1658152"/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name</a:t>
                      </a:r>
                      <a:r>
                        <a:rPr lang="en-IN" sz="2200" b="1" baseline="0" dirty="0"/>
                        <a:t> </a:t>
                      </a:r>
                      <a:endParaRPr lang="en-IN" sz="2200" b="1" dirty="0"/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Datatype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Field size 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Constraint</a:t>
                      </a:r>
                    </a:p>
                  </a:txBody>
                  <a:tcPr marL="87440" marR="87440" marT="54864" marB="54864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Description</a:t>
                      </a:r>
                    </a:p>
                  </a:txBody>
                  <a:tcPr marL="87440" marR="87440" marT="54864" marB="54864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F_name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First name of the employee</a:t>
                      </a:r>
                      <a:endParaRPr 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L_name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Last name of the employee</a:t>
                      </a:r>
                      <a:endParaRPr 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DOB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Date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Date of birth</a:t>
                      </a:r>
                      <a:endParaRPr 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Address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Present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Address of the employee</a:t>
                      </a:r>
                      <a:endParaRPr 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Gender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Gender</a:t>
                      </a:r>
                      <a:r>
                        <a:rPr lang="en-US" baseline="0" dirty="0" smtClean="0"/>
                        <a:t> of the employee</a:t>
                      </a:r>
                      <a:endParaRPr 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Position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Position mentioned</a:t>
                      </a:r>
                      <a:r>
                        <a:rPr lang="en-US" baseline="0" dirty="0" smtClean="0"/>
                        <a:t> for the employee</a:t>
                      </a:r>
                      <a:endParaRPr 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Schedule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Varchar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null</a:t>
                      </a:r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Schedule of the employee</a:t>
                      </a:r>
                      <a:endParaRPr lang="en-US" dirty="0"/>
                    </a:p>
                  </a:txBody>
                  <a:tcPr marL="68580" marR="68580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69231" y="144379"/>
            <a:ext cx="2616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Employee details</a:t>
            </a:r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451</Words>
  <Application>Microsoft Office PowerPoint</Application>
  <PresentationFormat>On-screen Show (4:3)</PresentationFormat>
  <Paragraphs>251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rajaprabu</dc:creator>
  <cp:lastModifiedBy>rajaprabu</cp:lastModifiedBy>
  <cp:revision>2</cp:revision>
  <dcterms:created xsi:type="dcterms:W3CDTF">2021-03-02T11:25:49Z</dcterms:created>
  <dcterms:modified xsi:type="dcterms:W3CDTF">2021-03-02T13:53:02Z</dcterms:modified>
</cp:coreProperties>
</file>